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Viable SCM Planning Sandbox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Dependency Diagram</a:t>
            </a:r>
          </a:p>
          <a:p>
            <a:r>
              <a:t>(What Must Exist Before What)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3200400" y="45720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1. Legal 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2. Business Unit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3. Inventory Organization</a:t>
            </a:r>
          </a:p>
          <a:p>
            <a:r>
              <a:t>(+ Item Master Org)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4. Items</a:t>
            </a:r>
          </a:p>
          <a:p>
            <a:r>
              <a:t>(+ Item-Org Assignment)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56616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5. Suppliers /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38912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6. Sourcing Rules</a:t>
            </a:r>
          </a:p>
          <a:p>
            <a:r>
              <a:t>+ Lead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21208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7. Historical Demand</a:t>
            </a:r>
          </a:p>
          <a:p>
            <a:r>
              <a:t>+ On-Hand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603504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8. Planning Calendar</a:t>
            </a:r>
          </a:p>
          <a:p>
            <a:r>
              <a:t>+ Assignment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685800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9. Data 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768096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10. Plans Created</a:t>
            </a:r>
          </a:p>
          <a:p>
            <a:r>
              <a:t>(Demand → Supply → S&amp;OP → Replenishment)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.0" y="1005840"/>
            <a:ext cx="0.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00600.0" y="1737360"/>
            <a:ext cx="0.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.0" y="246888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00600.0" y="329184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.0" y="411480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00600.0" y="493776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.0" y="576072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00600.0" y="658368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00600.0" y="740664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