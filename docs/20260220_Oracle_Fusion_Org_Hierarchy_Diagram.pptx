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3162" y="-10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Oracle Fusion Financial &amp; SCM Organization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097280"/>
            <a:ext cx="32004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Legal Entity</a:t>
            </a:r>
          </a:p>
          <a:p>
            <a:r>
              <a:rPr sz="1400" dirty="0"/>
              <a:t>(Owns financial identity, tax registration)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286000"/>
            <a:ext cx="32004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Business Unit</a:t>
            </a:r>
          </a:p>
          <a:p>
            <a:r>
              <a:rPr sz="1200" dirty="0"/>
              <a:t>(Operational financial control)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513406"/>
            <a:ext cx="32004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Inventory Organization</a:t>
            </a:r>
          </a:p>
          <a:p>
            <a:r>
              <a:rPr sz="1200" dirty="0"/>
              <a:t>(Physical supply chain execution)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729480"/>
            <a:ext cx="32004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Planning Organization</a:t>
            </a:r>
          </a:p>
          <a:p>
            <a:r>
              <a:rPr sz="1200" dirty="0"/>
              <a:t>(Demand &amp; Supply Planning runs here)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114800" y="1920240"/>
            <a:ext cx="457200" cy="36576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7">
            <a:extLst>
              <a:ext uri="{FF2B5EF4-FFF2-40B4-BE49-F238E27FC236}">
                <a16:creationId xmlns:a16="http://schemas.microsoft.com/office/drawing/2014/main" id="{2E483809-5336-9858-C814-595FDA0DC407}"/>
              </a:ext>
            </a:extLst>
          </p:cNvPr>
          <p:cNvSpPr/>
          <p:nvPr/>
        </p:nvSpPr>
        <p:spPr>
          <a:xfrm>
            <a:off x="4114800" y="3101926"/>
            <a:ext cx="457200" cy="36576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7">
            <a:extLst>
              <a:ext uri="{FF2B5EF4-FFF2-40B4-BE49-F238E27FC236}">
                <a16:creationId xmlns:a16="http://schemas.microsoft.com/office/drawing/2014/main" id="{6DB27D70-02EF-4FC0-3CE6-F284EED0FACF}"/>
              </a:ext>
            </a:extLst>
          </p:cNvPr>
          <p:cNvSpPr/>
          <p:nvPr/>
        </p:nvSpPr>
        <p:spPr>
          <a:xfrm>
            <a:off x="4114800" y="4336366"/>
            <a:ext cx="457200" cy="36576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Allan Barnard</cp:lastModifiedBy>
  <cp:revision>2</cp:revision>
  <dcterms:created xsi:type="dcterms:W3CDTF">2013-01-27T09:14:16Z</dcterms:created>
  <dcterms:modified xsi:type="dcterms:W3CDTF">2026-02-23T00:20:06Z</dcterms:modified>
  <cp:category/>
</cp:coreProperties>
</file>